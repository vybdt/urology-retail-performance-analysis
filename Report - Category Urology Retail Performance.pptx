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2" r:id="rId6"/>
    <p:sldId id="259" r:id="rId7"/>
    <p:sldId id="263" r:id="rId8"/>
    <p:sldId id="267" r:id="rId9"/>
    <p:sldId id="269" r:id="rId10"/>
    <p:sldId id="268" r:id="rId11"/>
    <p:sldId id="261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49C"/>
    <a:srgbClr val="11984B"/>
    <a:srgbClr val="007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EE777C-DFA2-467F-AA4B-FEEA250B7E6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001275-8DA1-44E5-BFC8-069F6653A0F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Overview</a:t>
          </a:r>
        </a:p>
      </dgm:t>
    </dgm:pt>
    <dgm:pt modelId="{C8C6FF4D-0103-41E8-B2A2-22C5AD5B293B}" cxnId="{F03A8D80-FC02-4BDE-98AF-727003225B6D}" type="parTrans">
      <dgm:prSet/>
      <dgm:spPr/>
      <dgm:t>
        <a:bodyPr/>
        <a:lstStyle/>
        <a:p>
          <a:endParaRPr lang="en-US"/>
        </a:p>
      </dgm:t>
    </dgm:pt>
    <dgm:pt modelId="{E4787085-B07F-4E0A-A957-8959B42BACCD}" cxnId="{F03A8D80-FC02-4BDE-98AF-727003225B6D}" type="sibTrans">
      <dgm:prSet/>
      <dgm:spPr/>
      <dgm:t>
        <a:bodyPr/>
        <a:lstStyle/>
        <a:p>
          <a:endParaRPr lang="en-US"/>
        </a:p>
      </dgm:t>
    </dgm:pt>
    <dgm:pt modelId="{B2E8E9F6-11D9-4E62-AA9A-239AF2E5C13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Revenue Analysis</a:t>
          </a:r>
        </a:p>
      </dgm:t>
    </dgm:pt>
    <dgm:pt modelId="{B4323D24-1537-4DC3-966E-6B52BC9FB744}" cxnId="{F671A9A2-454E-470A-84FD-8B27AE1159A7}" type="parTrans">
      <dgm:prSet/>
      <dgm:spPr/>
      <dgm:t>
        <a:bodyPr/>
        <a:lstStyle/>
        <a:p>
          <a:endParaRPr lang="en-US"/>
        </a:p>
      </dgm:t>
    </dgm:pt>
    <dgm:pt modelId="{203DBB11-865B-4B84-9464-B64672FBDF14}" cxnId="{F671A9A2-454E-470A-84FD-8B27AE1159A7}" type="sibTrans">
      <dgm:prSet/>
      <dgm:spPr/>
      <dgm:t>
        <a:bodyPr/>
        <a:lstStyle/>
        <a:p>
          <a:endParaRPr lang="en-US"/>
        </a:p>
      </dgm:t>
    </dgm:pt>
    <dgm:pt modelId="{6DCAC578-7748-4AA5-9E83-6495A140F2E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Sales Volume Analysis</a:t>
          </a:r>
        </a:p>
      </dgm:t>
    </dgm:pt>
    <dgm:pt modelId="{9E976CBB-4466-416D-958C-2B5D2985D249}" cxnId="{C8F15B8F-632F-4CF1-ADD5-89E7D3761768}" type="parTrans">
      <dgm:prSet/>
      <dgm:spPr/>
      <dgm:t>
        <a:bodyPr/>
        <a:lstStyle/>
        <a:p>
          <a:endParaRPr lang="en-US"/>
        </a:p>
      </dgm:t>
    </dgm:pt>
    <dgm:pt modelId="{0E9F6D93-B7D5-49FF-9943-9BD9B1CA9F38}" cxnId="{C8F15B8F-632F-4CF1-ADD5-89E7D3761768}" type="sibTrans">
      <dgm:prSet/>
      <dgm:spPr/>
      <dgm:t>
        <a:bodyPr/>
        <a:lstStyle/>
        <a:p>
          <a:endParaRPr lang="en-US"/>
        </a:p>
      </dgm:t>
    </dgm:pt>
    <dgm:pt modelId="{7E200BB7-4373-4403-B56F-BBF2F7D3F39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Top Products (Revenue &amp; Quantity)</a:t>
          </a:r>
        </a:p>
      </dgm:t>
    </dgm:pt>
    <dgm:pt modelId="{7B24E992-C4D4-46D2-B92A-2AB5624417D5}" cxnId="{9C325871-133D-4E55-B4D8-78A47A7534D3}" type="parTrans">
      <dgm:prSet/>
      <dgm:spPr/>
      <dgm:t>
        <a:bodyPr/>
        <a:lstStyle/>
        <a:p>
          <a:endParaRPr lang="en-US"/>
        </a:p>
      </dgm:t>
    </dgm:pt>
    <dgm:pt modelId="{D38E4BD2-4CC6-459E-9004-725BAF61DECB}" cxnId="{9C325871-133D-4E55-B4D8-78A47A7534D3}" type="sibTrans">
      <dgm:prSet/>
      <dgm:spPr/>
      <dgm:t>
        <a:bodyPr/>
        <a:lstStyle/>
        <a:p>
          <a:endParaRPr lang="en-US"/>
        </a:p>
      </dgm:t>
    </dgm:pt>
    <dgm:pt modelId="{2E2E0EE4-3CBE-4B17-BAD1-3F563CA14F7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Lost Sales Analysis</a:t>
          </a:r>
        </a:p>
      </dgm:t>
    </dgm:pt>
    <dgm:pt modelId="{6583D50F-5968-425A-87DD-4429BB1EB7FD}" cxnId="{4D0AD89A-D57C-4113-8B19-1CCC9848AA68}" type="parTrans">
      <dgm:prSet/>
      <dgm:spPr/>
      <dgm:t>
        <a:bodyPr/>
        <a:lstStyle/>
        <a:p>
          <a:endParaRPr lang="en-US"/>
        </a:p>
      </dgm:t>
    </dgm:pt>
    <dgm:pt modelId="{D4505313-0727-4EA0-9B3F-14E9DEBF380B}" cxnId="{4D0AD89A-D57C-4113-8B19-1CCC9848AA68}" type="sibTrans">
      <dgm:prSet/>
      <dgm:spPr/>
      <dgm:t>
        <a:bodyPr/>
        <a:lstStyle/>
        <a:p>
          <a:endParaRPr lang="en-US"/>
        </a:p>
      </dgm:t>
    </dgm:pt>
    <dgm:pt modelId="{C5930C37-D155-49C9-8803-80B7998B020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Stock Performance</a:t>
          </a:r>
        </a:p>
      </dgm:t>
    </dgm:pt>
    <dgm:pt modelId="{D74E692F-FDE5-4960-BF68-3688EC512C47}" cxnId="{17117DFE-2B55-484D-9E6A-67EA44B1DC01}" type="parTrans">
      <dgm:prSet/>
      <dgm:spPr/>
      <dgm:t>
        <a:bodyPr/>
        <a:lstStyle/>
        <a:p>
          <a:endParaRPr lang="en-US"/>
        </a:p>
      </dgm:t>
    </dgm:pt>
    <dgm:pt modelId="{7EF7FECB-8E9C-43C9-A79A-2A98CBB4A7A0}" cxnId="{17117DFE-2B55-484D-9E6A-67EA44B1DC01}" type="sibTrans">
      <dgm:prSet/>
      <dgm:spPr/>
      <dgm:t>
        <a:bodyPr/>
        <a:lstStyle/>
        <a:p>
          <a:endParaRPr lang="en-US"/>
        </a:p>
      </dgm:t>
    </dgm:pt>
    <dgm:pt modelId="{91D2EAD1-A747-4C45-8B52-CDB4C44DA8E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Assortment Compliance</a:t>
          </a:r>
        </a:p>
      </dgm:t>
    </dgm:pt>
    <dgm:pt modelId="{6245CD5A-43E1-4CC8-B726-08F1E8AF1895}" cxnId="{B45F2276-8296-4651-B7AF-68A2360741C9}" type="parTrans">
      <dgm:prSet/>
      <dgm:spPr/>
      <dgm:t>
        <a:bodyPr/>
        <a:lstStyle/>
        <a:p>
          <a:endParaRPr lang="en-US"/>
        </a:p>
      </dgm:t>
    </dgm:pt>
    <dgm:pt modelId="{1BD6CC47-0E40-4BDB-88E0-87DDF6570CFC}" cxnId="{B45F2276-8296-4651-B7AF-68A2360741C9}" type="sibTrans">
      <dgm:prSet/>
      <dgm:spPr/>
      <dgm:t>
        <a:bodyPr/>
        <a:lstStyle/>
        <a:p>
          <a:endParaRPr lang="en-US"/>
        </a:p>
      </dgm:t>
    </dgm:pt>
    <dgm:pt modelId="{5ACAB794-18F0-4846-BCCD-53110477219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Key Insights</a:t>
          </a:r>
        </a:p>
      </dgm:t>
    </dgm:pt>
    <dgm:pt modelId="{4257D11F-AC0F-40CF-8076-863102FEFFAD}" cxnId="{33B17167-7447-408D-9987-20771DF270C1}" type="parTrans">
      <dgm:prSet/>
      <dgm:spPr/>
      <dgm:t>
        <a:bodyPr/>
        <a:lstStyle/>
        <a:p>
          <a:endParaRPr lang="en-US"/>
        </a:p>
      </dgm:t>
    </dgm:pt>
    <dgm:pt modelId="{DA75405B-5253-4EDC-BBA1-451996760437}" cxnId="{33B17167-7447-408D-9987-20771DF270C1}" type="sibTrans">
      <dgm:prSet/>
      <dgm:spPr/>
      <dgm:t>
        <a:bodyPr/>
        <a:lstStyle/>
        <a:p>
          <a:endParaRPr lang="en-US"/>
        </a:p>
      </dgm:t>
    </dgm:pt>
    <dgm:pt modelId="{DF50A9F5-228A-4959-B690-B116721924B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Recommendations</a:t>
          </a:r>
        </a:p>
      </dgm:t>
    </dgm:pt>
    <dgm:pt modelId="{B8CC6EE2-3E57-4D7C-A96F-1CDCFA1E40EF}" cxnId="{D49865DA-F5FA-4EF4-9F3E-517869508D81}" type="parTrans">
      <dgm:prSet/>
      <dgm:spPr/>
      <dgm:t>
        <a:bodyPr/>
        <a:lstStyle/>
        <a:p>
          <a:endParaRPr lang="en-US"/>
        </a:p>
      </dgm:t>
    </dgm:pt>
    <dgm:pt modelId="{A214B873-ED23-40CE-9231-DA8F62359E6A}" cxnId="{D49865DA-F5FA-4EF4-9F3E-517869508D81}" type="sibTrans">
      <dgm:prSet/>
      <dgm:spPr/>
      <dgm:t>
        <a:bodyPr/>
        <a:lstStyle/>
        <a:p>
          <a:endParaRPr lang="en-US"/>
        </a:p>
      </dgm:t>
    </dgm:pt>
    <dgm:pt modelId="{AD8CC58C-7722-4021-8328-7FE6A8D5174C}" type="pres">
      <dgm:prSet presAssocID="{23EE777C-DFA2-467F-AA4B-FEEA250B7E6E}" presName="vert0" presStyleCnt="0">
        <dgm:presLayoutVars>
          <dgm:dir/>
          <dgm:animOne val="branch"/>
          <dgm:animLvl val="lvl"/>
        </dgm:presLayoutVars>
      </dgm:prSet>
      <dgm:spPr/>
    </dgm:pt>
    <dgm:pt modelId="{0A60892D-F3F4-4985-A088-BD9C579936D0}" type="pres">
      <dgm:prSet presAssocID="{CC001275-8DA1-44E5-BFC8-069F6653A0FC}" presName="thickLine" presStyleLbl="alignNode1" presStyleIdx="0" presStyleCnt="9"/>
      <dgm:spPr/>
    </dgm:pt>
    <dgm:pt modelId="{B248427F-092C-4D1B-8B57-A0BE90532828}" type="pres">
      <dgm:prSet presAssocID="{CC001275-8DA1-44E5-BFC8-069F6653A0FC}" presName="horz1" presStyleCnt="0"/>
      <dgm:spPr/>
    </dgm:pt>
    <dgm:pt modelId="{373ECBEB-5AEA-4C24-9E2C-46B1A5747B94}" type="pres">
      <dgm:prSet presAssocID="{CC001275-8DA1-44E5-BFC8-069F6653A0FC}" presName="tx1" presStyleLbl="revTx" presStyleIdx="0" presStyleCnt="9"/>
      <dgm:spPr/>
    </dgm:pt>
    <dgm:pt modelId="{AA902D62-D1D9-4CAD-A6AB-BF4667874A97}" type="pres">
      <dgm:prSet presAssocID="{CC001275-8DA1-44E5-BFC8-069F6653A0FC}" presName="vert1" presStyleCnt="0"/>
      <dgm:spPr/>
    </dgm:pt>
    <dgm:pt modelId="{F4503F9A-A7DF-464F-9443-A58371D119D2}" type="pres">
      <dgm:prSet presAssocID="{B2E8E9F6-11D9-4E62-AA9A-239AF2E5C136}" presName="thickLine" presStyleLbl="alignNode1" presStyleIdx="1" presStyleCnt="9"/>
      <dgm:spPr/>
    </dgm:pt>
    <dgm:pt modelId="{D2EE64A8-2426-4DFE-9D2C-3B2C13BE63AD}" type="pres">
      <dgm:prSet presAssocID="{B2E8E9F6-11D9-4E62-AA9A-239AF2E5C136}" presName="horz1" presStyleCnt="0"/>
      <dgm:spPr/>
    </dgm:pt>
    <dgm:pt modelId="{5E028CB2-E84B-4F31-82BA-2B472A8CBA73}" type="pres">
      <dgm:prSet presAssocID="{B2E8E9F6-11D9-4E62-AA9A-239AF2E5C136}" presName="tx1" presStyleLbl="revTx" presStyleIdx="1" presStyleCnt="9"/>
      <dgm:spPr/>
    </dgm:pt>
    <dgm:pt modelId="{8B2B7613-2456-4AD6-8EC6-9D48A8BBEE0F}" type="pres">
      <dgm:prSet presAssocID="{B2E8E9F6-11D9-4E62-AA9A-239AF2E5C136}" presName="vert1" presStyleCnt="0"/>
      <dgm:spPr/>
    </dgm:pt>
    <dgm:pt modelId="{EFDE4E27-BFD9-424C-9D4D-C20EB66ABEAA}" type="pres">
      <dgm:prSet presAssocID="{6DCAC578-7748-4AA5-9E83-6495A140F2E1}" presName="thickLine" presStyleLbl="alignNode1" presStyleIdx="2" presStyleCnt="9"/>
      <dgm:spPr/>
    </dgm:pt>
    <dgm:pt modelId="{9593AC79-0E31-4482-9925-577E32DE0A15}" type="pres">
      <dgm:prSet presAssocID="{6DCAC578-7748-4AA5-9E83-6495A140F2E1}" presName="horz1" presStyleCnt="0"/>
      <dgm:spPr/>
    </dgm:pt>
    <dgm:pt modelId="{CB8CFFD4-ADC1-4A3F-BE90-9E66D0F6E0A3}" type="pres">
      <dgm:prSet presAssocID="{6DCAC578-7748-4AA5-9E83-6495A140F2E1}" presName="tx1" presStyleLbl="revTx" presStyleIdx="2" presStyleCnt="9"/>
      <dgm:spPr/>
    </dgm:pt>
    <dgm:pt modelId="{0A3EB75A-B51F-4163-9162-76BAF50E1DED}" type="pres">
      <dgm:prSet presAssocID="{6DCAC578-7748-4AA5-9E83-6495A140F2E1}" presName="vert1" presStyleCnt="0"/>
      <dgm:spPr/>
    </dgm:pt>
    <dgm:pt modelId="{27CAE80E-079A-4BDE-86FB-8DADEF560369}" type="pres">
      <dgm:prSet presAssocID="{7E200BB7-4373-4403-B56F-BBF2F7D3F392}" presName="thickLine" presStyleLbl="alignNode1" presStyleIdx="3" presStyleCnt="9"/>
      <dgm:spPr/>
    </dgm:pt>
    <dgm:pt modelId="{E278DF3D-F0C2-4B7C-9A62-8B2D8103190D}" type="pres">
      <dgm:prSet presAssocID="{7E200BB7-4373-4403-B56F-BBF2F7D3F392}" presName="horz1" presStyleCnt="0"/>
      <dgm:spPr/>
    </dgm:pt>
    <dgm:pt modelId="{B016A60D-F41E-460F-94F9-9EDA8CBA4A4F}" type="pres">
      <dgm:prSet presAssocID="{7E200BB7-4373-4403-B56F-BBF2F7D3F392}" presName="tx1" presStyleLbl="revTx" presStyleIdx="3" presStyleCnt="9"/>
      <dgm:spPr/>
    </dgm:pt>
    <dgm:pt modelId="{F98FB976-8904-4BE2-803A-5AA4B3FA8AB8}" type="pres">
      <dgm:prSet presAssocID="{7E200BB7-4373-4403-B56F-BBF2F7D3F392}" presName="vert1" presStyleCnt="0"/>
      <dgm:spPr/>
    </dgm:pt>
    <dgm:pt modelId="{4C814090-A53B-4678-B60E-0AD2291915AB}" type="pres">
      <dgm:prSet presAssocID="{2E2E0EE4-3CBE-4B17-BAD1-3F563CA14F7C}" presName="thickLine" presStyleLbl="alignNode1" presStyleIdx="4" presStyleCnt="9"/>
      <dgm:spPr/>
    </dgm:pt>
    <dgm:pt modelId="{A1CCDE1B-11AE-4656-BC96-21A77755C767}" type="pres">
      <dgm:prSet presAssocID="{2E2E0EE4-3CBE-4B17-BAD1-3F563CA14F7C}" presName="horz1" presStyleCnt="0"/>
      <dgm:spPr/>
    </dgm:pt>
    <dgm:pt modelId="{78273394-9CCB-4DA1-B563-9BAB67C8AA13}" type="pres">
      <dgm:prSet presAssocID="{2E2E0EE4-3CBE-4B17-BAD1-3F563CA14F7C}" presName="tx1" presStyleLbl="revTx" presStyleIdx="4" presStyleCnt="9"/>
      <dgm:spPr/>
    </dgm:pt>
    <dgm:pt modelId="{86D04F1A-F6D6-4DD7-AF8C-12D6DCE5260A}" type="pres">
      <dgm:prSet presAssocID="{2E2E0EE4-3CBE-4B17-BAD1-3F563CA14F7C}" presName="vert1" presStyleCnt="0"/>
      <dgm:spPr/>
    </dgm:pt>
    <dgm:pt modelId="{F6DD9668-6530-469A-98A4-257A8D3FFEA1}" type="pres">
      <dgm:prSet presAssocID="{C5930C37-D155-49C9-8803-80B7998B020B}" presName="thickLine" presStyleLbl="alignNode1" presStyleIdx="5" presStyleCnt="9"/>
      <dgm:spPr/>
    </dgm:pt>
    <dgm:pt modelId="{4407C3ED-872C-4D4C-B074-7DF5F6E911FA}" type="pres">
      <dgm:prSet presAssocID="{C5930C37-D155-49C9-8803-80B7998B020B}" presName="horz1" presStyleCnt="0"/>
      <dgm:spPr/>
    </dgm:pt>
    <dgm:pt modelId="{8FBDD9BB-09D6-499E-B73A-8F3C02A79E30}" type="pres">
      <dgm:prSet presAssocID="{C5930C37-D155-49C9-8803-80B7998B020B}" presName="tx1" presStyleLbl="revTx" presStyleIdx="5" presStyleCnt="9"/>
      <dgm:spPr/>
    </dgm:pt>
    <dgm:pt modelId="{0DC4C2C3-0DAE-4EBD-9115-A9030084394D}" type="pres">
      <dgm:prSet presAssocID="{C5930C37-D155-49C9-8803-80B7998B020B}" presName="vert1" presStyleCnt="0"/>
      <dgm:spPr/>
    </dgm:pt>
    <dgm:pt modelId="{FB45E3C6-FCE1-482C-8AE8-D48AAA0BC8D4}" type="pres">
      <dgm:prSet presAssocID="{91D2EAD1-A747-4C45-8B52-CDB4C44DA8E6}" presName="thickLine" presStyleLbl="alignNode1" presStyleIdx="6" presStyleCnt="9"/>
      <dgm:spPr/>
    </dgm:pt>
    <dgm:pt modelId="{FC33AA57-FCCF-4D8B-9A86-C8991985044A}" type="pres">
      <dgm:prSet presAssocID="{91D2EAD1-A747-4C45-8B52-CDB4C44DA8E6}" presName="horz1" presStyleCnt="0"/>
      <dgm:spPr/>
    </dgm:pt>
    <dgm:pt modelId="{985730F8-9B91-4A59-A8BE-E350D659E8E5}" type="pres">
      <dgm:prSet presAssocID="{91D2EAD1-A747-4C45-8B52-CDB4C44DA8E6}" presName="tx1" presStyleLbl="revTx" presStyleIdx="6" presStyleCnt="9"/>
      <dgm:spPr/>
    </dgm:pt>
    <dgm:pt modelId="{60F9FD2D-37AC-4315-8490-052FEA63E150}" type="pres">
      <dgm:prSet presAssocID="{91D2EAD1-A747-4C45-8B52-CDB4C44DA8E6}" presName="vert1" presStyleCnt="0"/>
      <dgm:spPr/>
    </dgm:pt>
    <dgm:pt modelId="{40D7F491-338C-4E96-97DF-1E6025119792}" type="pres">
      <dgm:prSet presAssocID="{5ACAB794-18F0-4846-BCCD-531104772194}" presName="thickLine" presStyleLbl="alignNode1" presStyleIdx="7" presStyleCnt="9"/>
      <dgm:spPr/>
    </dgm:pt>
    <dgm:pt modelId="{DD9F93C4-0006-49CA-B4B9-4E4BAB8B819A}" type="pres">
      <dgm:prSet presAssocID="{5ACAB794-18F0-4846-BCCD-531104772194}" presName="horz1" presStyleCnt="0"/>
      <dgm:spPr/>
    </dgm:pt>
    <dgm:pt modelId="{3EA1A0EB-6546-4250-B8C9-0B90C1E45C3C}" type="pres">
      <dgm:prSet presAssocID="{5ACAB794-18F0-4846-BCCD-531104772194}" presName="tx1" presStyleLbl="revTx" presStyleIdx="7" presStyleCnt="9"/>
      <dgm:spPr/>
    </dgm:pt>
    <dgm:pt modelId="{C4965F79-AB22-4BC3-9E0B-4C67D46882C7}" type="pres">
      <dgm:prSet presAssocID="{5ACAB794-18F0-4846-BCCD-531104772194}" presName="vert1" presStyleCnt="0"/>
      <dgm:spPr/>
    </dgm:pt>
    <dgm:pt modelId="{34E54A6C-5B41-419F-A480-089CC58E15E4}" type="pres">
      <dgm:prSet presAssocID="{DF50A9F5-228A-4959-B690-B116721924B9}" presName="thickLine" presStyleLbl="alignNode1" presStyleIdx="8" presStyleCnt="9"/>
      <dgm:spPr/>
    </dgm:pt>
    <dgm:pt modelId="{5D80292C-7180-4FFA-B937-A780EDC4D8C9}" type="pres">
      <dgm:prSet presAssocID="{DF50A9F5-228A-4959-B690-B116721924B9}" presName="horz1" presStyleCnt="0"/>
      <dgm:spPr/>
    </dgm:pt>
    <dgm:pt modelId="{9C19B560-CE26-410D-BD35-E8FB65A0F1DE}" type="pres">
      <dgm:prSet presAssocID="{DF50A9F5-228A-4959-B690-B116721924B9}" presName="tx1" presStyleLbl="revTx" presStyleIdx="8" presStyleCnt="9"/>
      <dgm:spPr/>
    </dgm:pt>
    <dgm:pt modelId="{7D3B0277-03A1-40B8-9B4E-7691C5C610DA}" type="pres">
      <dgm:prSet presAssocID="{DF50A9F5-228A-4959-B690-B116721924B9}" presName="vert1" presStyleCnt="0"/>
      <dgm:spPr/>
    </dgm:pt>
  </dgm:ptLst>
  <dgm:cxnLst>
    <dgm:cxn modelId="{1AA33904-7BA5-4FBB-873C-855933DA61B9}" type="presOf" srcId="{6DCAC578-7748-4AA5-9E83-6495A140F2E1}" destId="{CB8CFFD4-ADC1-4A3F-BE90-9E66D0F6E0A3}" srcOrd="0" destOrd="0" presId="urn:microsoft.com/office/officeart/2008/layout/LinedList"/>
    <dgm:cxn modelId="{3415843E-83E9-4118-884E-4DDCC671400B}" type="presOf" srcId="{23EE777C-DFA2-467F-AA4B-FEEA250B7E6E}" destId="{AD8CC58C-7722-4021-8328-7FE6A8D5174C}" srcOrd="0" destOrd="0" presId="urn:microsoft.com/office/officeart/2008/layout/LinedList"/>
    <dgm:cxn modelId="{9BB0C85B-D46D-41A2-8952-FFBA112FC794}" type="presOf" srcId="{B2E8E9F6-11D9-4E62-AA9A-239AF2E5C136}" destId="{5E028CB2-E84B-4F31-82BA-2B472A8CBA73}" srcOrd="0" destOrd="0" presId="urn:microsoft.com/office/officeart/2008/layout/LinedList"/>
    <dgm:cxn modelId="{33B17167-7447-408D-9987-20771DF270C1}" srcId="{23EE777C-DFA2-467F-AA4B-FEEA250B7E6E}" destId="{5ACAB794-18F0-4846-BCCD-531104772194}" srcOrd="7" destOrd="0" parTransId="{4257D11F-AC0F-40CF-8076-863102FEFFAD}" sibTransId="{DA75405B-5253-4EDC-BBA1-451996760437}"/>
    <dgm:cxn modelId="{13045051-6B3E-47AB-9B04-F96FAC15E0CD}" type="presOf" srcId="{7E200BB7-4373-4403-B56F-BBF2F7D3F392}" destId="{B016A60D-F41E-460F-94F9-9EDA8CBA4A4F}" srcOrd="0" destOrd="0" presId="urn:microsoft.com/office/officeart/2008/layout/LinedList"/>
    <dgm:cxn modelId="{9C325871-133D-4E55-B4D8-78A47A7534D3}" srcId="{23EE777C-DFA2-467F-AA4B-FEEA250B7E6E}" destId="{7E200BB7-4373-4403-B56F-BBF2F7D3F392}" srcOrd="3" destOrd="0" parTransId="{7B24E992-C4D4-46D2-B92A-2AB5624417D5}" sibTransId="{D38E4BD2-4CC6-459E-9004-725BAF61DECB}"/>
    <dgm:cxn modelId="{1B55A774-6398-4DBC-89D9-6266E4F5E2D4}" type="presOf" srcId="{2E2E0EE4-3CBE-4B17-BAD1-3F563CA14F7C}" destId="{78273394-9CCB-4DA1-B563-9BAB67C8AA13}" srcOrd="0" destOrd="0" presId="urn:microsoft.com/office/officeart/2008/layout/LinedList"/>
    <dgm:cxn modelId="{B45F2276-8296-4651-B7AF-68A2360741C9}" srcId="{23EE777C-DFA2-467F-AA4B-FEEA250B7E6E}" destId="{91D2EAD1-A747-4C45-8B52-CDB4C44DA8E6}" srcOrd="6" destOrd="0" parTransId="{6245CD5A-43E1-4CC8-B726-08F1E8AF1895}" sibTransId="{1BD6CC47-0E40-4BDB-88E0-87DDF6570CFC}"/>
    <dgm:cxn modelId="{F03A8D80-FC02-4BDE-98AF-727003225B6D}" srcId="{23EE777C-DFA2-467F-AA4B-FEEA250B7E6E}" destId="{CC001275-8DA1-44E5-BFC8-069F6653A0FC}" srcOrd="0" destOrd="0" parTransId="{C8C6FF4D-0103-41E8-B2A2-22C5AD5B293B}" sibTransId="{E4787085-B07F-4E0A-A957-8959B42BACCD}"/>
    <dgm:cxn modelId="{C8F15B8F-632F-4CF1-ADD5-89E7D3761768}" srcId="{23EE777C-DFA2-467F-AA4B-FEEA250B7E6E}" destId="{6DCAC578-7748-4AA5-9E83-6495A140F2E1}" srcOrd="2" destOrd="0" parTransId="{9E976CBB-4466-416D-958C-2B5D2985D249}" sibTransId="{0E9F6D93-B7D5-49FF-9943-9BD9B1CA9F38}"/>
    <dgm:cxn modelId="{4D0AD89A-D57C-4113-8B19-1CCC9848AA68}" srcId="{23EE777C-DFA2-467F-AA4B-FEEA250B7E6E}" destId="{2E2E0EE4-3CBE-4B17-BAD1-3F563CA14F7C}" srcOrd="4" destOrd="0" parTransId="{6583D50F-5968-425A-87DD-4429BB1EB7FD}" sibTransId="{D4505313-0727-4EA0-9B3F-14E9DEBF380B}"/>
    <dgm:cxn modelId="{F671A9A2-454E-470A-84FD-8B27AE1159A7}" srcId="{23EE777C-DFA2-467F-AA4B-FEEA250B7E6E}" destId="{B2E8E9F6-11D9-4E62-AA9A-239AF2E5C136}" srcOrd="1" destOrd="0" parTransId="{B4323D24-1537-4DC3-966E-6B52BC9FB744}" sibTransId="{203DBB11-865B-4B84-9464-B64672FBDF14}"/>
    <dgm:cxn modelId="{E4F019AD-412B-4001-8D4E-A70E92691F26}" type="presOf" srcId="{C5930C37-D155-49C9-8803-80B7998B020B}" destId="{8FBDD9BB-09D6-499E-B73A-8F3C02A79E30}" srcOrd="0" destOrd="0" presId="urn:microsoft.com/office/officeart/2008/layout/LinedList"/>
    <dgm:cxn modelId="{D49865DA-F5FA-4EF4-9F3E-517869508D81}" srcId="{23EE777C-DFA2-467F-AA4B-FEEA250B7E6E}" destId="{DF50A9F5-228A-4959-B690-B116721924B9}" srcOrd="8" destOrd="0" parTransId="{B8CC6EE2-3E57-4D7C-A96F-1CDCFA1E40EF}" sibTransId="{A214B873-ED23-40CE-9231-DA8F62359E6A}"/>
    <dgm:cxn modelId="{C47015E5-B327-4197-8B28-EDF4FB74DA22}" type="presOf" srcId="{5ACAB794-18F0-4846-BCCD-531104772194}" destId="{3EA1A0EB-6546-4250-B8C9-0B90C1E45C3C}" srcOrd="0" destOrd="0" presId="urn:microsoft.com/office/officeart/2008/layout/LinedList"/>
    <dgm:cxn modelId="{B2FFA2EF-26AA-4702-9781-3A224431EE15}" type="presOf" srcId="{91D2EAD1-A747-4C45-8B52-CDB4C44DA8E6}" destId="{985730F8-9B91-4A59-A8BE-E350D659E8E5}" srcOrd="0" destOrd="0" presId="urn:microsoft.com/office/officeart/2008/layout/LinedList"/>
    <dgm:cxn modelId="{08355FF4-67A6-46F6-ADC9-33988E9EB6CF}" type="presOf" srcId="{DF50A9F5-228A-4959-B690-B116721924B9}" destId="{9C19B560-CE26-410D-BD35-E8FB65A0F1DE}" srcOrd="0" destOrd="0" presId="urn:microsoft.com/office/officeart/2008/layout/LinedList"/>
    <dgm:cxn modelId="{B4601BFD-780F-45DD-A150-5636F3F959F2}" type="presOf" srcId="{CC001275-8DA1-44E5-BFC8-069F6653A0FC}" destId="{373ECBEB-5AEA-4C24-9E2C-46B1A5747B94}" srcOrd="0" destOrd="0" presId="urn:microsoft.com/office/officeart/2008/layout/LinedList"/>
    <dgm:cxn modelId="{17117DFE-2B55-484D-9E6A-67EA44B1DC01}" srcId="{23EE777C-DFA2-467F-AA4B-FEEA250B7E6E}" destId="{C5930C37-D155-49C9-8803-80B7998B020B}" srcOrd="5" destOrd="0" parTransId="{D74E692F-FDE5-4960-BF68-3688EC512C47}" sibTransId="{7EF7FECB-8E9C-43C9-A79A-2A98CBB4A7A0}"/>
    <dgm:cxn modelId="{388DB10F-6BE3-4B4B-B7E6-268A580A49F5}" type="presParOf" srcId="{AD8CC58C-7722-4021-8328-7FE6A8D5174C}" destId="{0A60892D-F3F4-4985-A088-BD9C579936D0}" srcOrd="0" destOrd="0" presId="urn:microsoft.com/office/officeart/2008/layout/LinedList"/>
    <dgm:cxn modelId="{BFE465DC-D066-4CC1-8E45-585532D14585}" type="presParOf" srcId="{AD8CC58C-7722-4021-8328-7FE6A8D5174C}" destId="{B248427F-092C-4D1B-8B57-A0BE90532828}" srcOrd="1" destOrd="0" presId="urn:microsoft.com/office/officeart/2008/layout/LinedList"/>
    <dgm:cxn modelId="{87EBB795-2645-4D1A-8E18-25072DE69F55}" type="presParOf" srcId="{B248427F-092C-4D1B-8B57-A0BE90532828}" destId="{373ECBEB-5AEA-4C24-9E2C-46B1A5747B94}" srcOrd="0" destOrd="0" presId="urn:microsoft.com/office/officeart/2008/layout/LinedList"/>
    <dgm:cxn modelId="{A7806BAB-58EB-40A2-9A53-4EFD0F2A35CE}" type="presParOf" srcId="{B248427F-092C-4D1B-8B57-A0BE90532828}" destId="{AA902D62-D1D9-4CAD-A6AB-BF4667874A97}" srcOrd="1" destOrd="0" presId="urn:microsoft.com/office/officeart/2008/layout/LinedList"/>
    <dgm:cxn modelId="{B58F7C8F-0873-4822-886D-3F0E2791D2CE}" type="presParOf" srcId="{AD8CC58C-7722-4021-8328-7FE6A8D5174C}" destId="{F4503F9A-A7DF-464F-9443-A58371D119D2}" srcOrd="2" destOrd="0" presId="urn:microsoft.com/office/officeart/2008/layout/LinedList"/>
    <dgm:cxn modelId="{CD7748D8-F03E-40CD-8612-F942A05C35FE}" type="presParOf" srcId="{AD8CC58C-7722-4021-8328-7FE6A8D5174C}" destId="{D2EE64A8-2426-4DFE-9D2C-3B2C13BE63AD}" srcOrd="3" destOrd="0" presId="urn:microsoft.com/office/officeart/2008/layout/LinedList"/>
    <dgm:cxn modelId="{BD801B96-FB68-402D-A1FE-3C378ECE01F2}" type="presParOf" srcId="{D2EE64A8-2426-4DFE-9D2C-3B2C13BE63AD}" destId="{5E028CB2-E84B-4F31-82BA-2B472A8CBA73}" srcOrd="0" destOrd="0" presId="urn:microsoft.com/office/officeart/2008/layout/LinedList"/>
    <dgm:cxn modelId="{CD4AFA84-6D94-499D-93EA-D6A9C8D98237}" type="presParOf" srcId="{D2EE64A8-2426-4DFE-9D2C-3B2C13BE63AD}" destId="{8B2B7613-2456-4AD6-8EC6-9D48A8BBEE0F}" srcOrd="1" destOrd="0" presId="urn:microsoft.com/office/officeart/2008/layout/LinedList"/>
    <dgm:cxn modelId="{DD7AC006-990D-449A-8713-BE44CB540330}" type="presParOf" srcId="{AD8CC58C-7722-4021-8328-7FE6A8D5174C}" destId="{EFDE4E27-BFD9-424C-9D4D-C20EB66ABEAA}" srcOrd="4" destOrd="0" presId="urn:microsoft.com/office/officeart/2008/layout/LinedList"/>
    <dgm:cxn modelId="{8F78670E-BB24-42A9-8413-863E9BC3A426}" type="presParOf" srcId="{AD8CC58C-7722-4021-8328-7FE6A8D5174C}" destId="{9593AC79-0E31-4482-9925-577E32DE0A15}" srcOrd="5" destOrd="0" presId="urn:microsoft.com/office/officeart/2008/layout/LinedList"/>
    <dgm:cxn modelId="{2BFBF0C3-4F78-41D4-95A0-604E024B044C}" type="presParOf" srcId="{9593AC79-0E31-4482-9925-577E32DE0A15}" destId="{CB8CFFD4-ADC1-4A3F-BE90-9E66D0F6E0A3}" srcOrd="0" destOrd="0" presId="urn:microsoft.com/office/officeart/2008/layout/LinedList"/>
    <dgm:cxn modelId="{8C99A919-745E-4F8B-909F-C54AB8AD45D9}" type="presParOf" srcId="{9593AC79-0E31-4482-9925-577E32DE0A15}" destId="{0A3EB75A-B51F-4163-9162-76BAF50E1DED}" srcOrd="1" destOrd="0" presId="urn:microsoft.com/office/officeart/2008/layout/LinedList"/>
    <dgm:cxn modelId="{DDBD3015-4F77-41BF-9B43-380C2DA40787}" type="presParOf" srcId="{AD8CC58C-7722-4021-8328-7FE6A8D5174C}" destId="{27CAE80E-079A-4BDE-86FB-8DADEF560369}" srcOrd="6" destOrd="0" presId="urn:microsoft.com/office/officeart/2008/layout/LinedList"/>
    <dgm:cxn modelId="{C032C6A0-2C67-4307-8123-DAA69AB23CDD}" type="presParOf" srcId="{AD8CC58C-7722-4021-8328-7FE6A8D5174C}" destId="{E278DF3D-F0C2-4B7C-9A62-8B2D8103190D}" srcOrd="7" destOrd="0" presId="urn:microsoft.com/office/officeart/2008/layout/LinedList"/>
    <dgm:cxn modelId="{957D1638-C703-46F5-ADD6-60539779EE46}" type="presParOf" srcId="{E278DF3D-F0C2-4B7C-9A62-8B2D8103190D}" destId="{B016A60D-F41E-460F-94F9-9EDA8CBA4A4F}" srcOrd="0" destOrd="0" presId="urn:microsoft.com/office/officeart/2008/layout/LinedList"/>
    <dgm:cxn modelId="{5EE838CC-299E-409C-8E07-CF53A7C7C9EF}" type="presParOf" srcId="{E278DF3D-F0C2-4B7C-9A62-8B2D8103190D}" destId="{F98FB976-8904-4BE2-803A-5AA4B3FA8AB8}" srcOrd="1" destOrd="0" presId="urn:microsoft.com/office/officeart/2008/layout/LinedList"/>
    <dgm:cxn modelId="{AAFF0F59-94A2-4A05-A4B8-3D115850F5D5}" type="presParOf" srcId="{AD8CC58C-7722-4021-8328-7FE6A8D5174C}" destId="{4C814090-A53B-4678-B60E-0AD2291915AB}" srcOrd="8" destOrd="0" presId="urn:microsoft.com/office/officeart/2008/layout/LinedList"/>
    <dgm:cxn modelId="{6926380B-4187-4841-8F13-724F3D8F3B75}" type="presParOf" srcId="{AD8CC58C-7722-4021-8328-7FE6A8D5174C}" destId="{A1CCDE1B-11AE-4656-BC96-21A77755C767}" srcOrd="9" destOrd="0" presId="urn:microsoft.com/office/officeart/2008/layout/LinedList"/>
    <dgm:cxn modelId="{AF08DCC2-9D00-4088-A6CD-C6113708EE4C}" type="presParOf" srcId="{A1CCDE1B-11AE-4656-BC96-21A77755C767}" destId="{78273394-9CCB-4DA1-B563-9BAB67C8AA13}" srcOrd="0" destOrd="0" presId="urn:microsoft.com/office/officeart/2008/layout/LinedList"/>
    <dgm:cxn modelId="{BCBB885D-5FF0-4CD2-BB83-C719D7559313}" type="presParOf" srcId="{A1CCDE1B-11AE-4656-BC96-21A77755C767}" destId="{86D04F1A-F6D6-4DD7-AF8C-12D6DCE5260A}" srcOrd="1" destOrd="0" presId="urn:microsoft.com/office/officeart/2008/layout/LinedList"/>
    <dgm:cxn modelId="{11A77F85-D385-44D3-8A56-D4ABED0C0588}" type="presParOf" srcId="{AD8CC58C-7722-4021-8328-7FE6A8D5174C}" destId="{F6DD9668-6530-469A-98A4-257A8D3FFEA1}" srcOrd="10" destOrd="0" presId="urn:microsoft.com/office/officeart/2008/layout/LinedList"/>
    <dgm:cxn modelId="{C3D3A999-B9E0-4D75-B3A2-1DF4EC866D0F}" type="presParOf" srcId="{AD8CC58C-7722-4021-8328-7FE6A8D5174C}" destId="{4407C3ED-872C-4D4C-B074-7DF5F6E911FA}" srcOrd="11" destOrd="0" presId="urn:microsoft.com/office/officeart/2008/layout/LinedList"/>
    <dgm:cxn modelId="{EE76A8BD-F60E-407F-B27E-308E497D2523}" type="presParOf" srcId="{4407C3ED-872C-4D4C-B074-7DF5F6E911FA}" destId="{8FBDD9BB-09D6-499E-B73A-8F3C02A79E30}" srcOrd="0" destOrd="0" presId="urn:microsoft.com/office/officeart/2008/layout/LinedList"/>
    <dgm:cxn modelId="{1C2B2E22-0ACE-4644-9710-1BD221277186}" type="presParOf" srcId="{4407C3ED-872C-4D4C-B074-7DF5F6E911FA}" destId="{0DC4C2C3-0DAE-4EBD-9115-A9030084394D}" srcOrd="1" destOrd="0" presId="urn:microsoft.com/office/officeart/2008/layout/LinedList"/>
    <dgm:cxn modelId="{50F6DFB3-9C7D-4A4A-9D93-6DE8A5877AA7}" type="presParOf" srcId="{AD8CC58C-7722-4021-8328-7FE6A8D5174C}" destId="{FB45E3C6-FCE1-482C-8AE8-D48AAA0BC8D4}" srcOrd="12" destOrd="0" presId="urn:microsoft.com/office/officeart/2008/layout/LinedList"/>
    <dgm:cxn modelId="{C382658D-8B80-4072-B676-579507394A68}" type="presParOf" srcId="{AD8CC58C-7722-4021-8328-7FE6A8D5174C}" destId="{FC33AA57-FCCF-4D8B-9A86-C8991985044A}" srcOrd="13" destOrd="0" presId="urn:microsoft.com/office/officeart/2008/layout/LinedList"/>
    <dgm:cxn modelId="{F286E675-6EA8-42B5-88BA-689B3F369CF0}" type="presParOf" srcId="{FC33AA57-FCCF-4D8B-9A86-C8991985044A}" destId="{985730F8-9B91-4A59-A8BE-E350D659E8E5}" srcOrd="0" destOrd="0" presId="urn:microsoft.com/office/officeart/2008/layout/LinedList"/>
    <dgm:cxn modelId="{2E93519D-828E-4448-B799-F91ADF286142}" type="presParOf" srcId="{FC33AA57-FCCF-4D8B-9A86-C8991985044A}" destId="{60F9FD2D-37AC-4315-8490-052FEA63E150}" srcOrd="1" destOrd="0" presId="urn:microsoft.com/office/officeart/2008/layout/LinedList"/>
    <dgm:cxn modelId="{5B4C728A-0F96-4D5C-B2FD-D84B3B44EAFF}" type="presParOf" srcId="{AD8CC58C-7722-4021-8328-7FE6A8D5174C}" destId="{40D7F491-338C-4E96-97DF-1E6025119792}" srcOrd="14" destOrd="0" presId="urn:microsoft.com/office/officeart/2008/layout/LinedList"/>
    <dgm:cxn modelId="{406ACB0F-6005-45E0-A6F1-6CDD6A280E16}" type="presParOf" srcId="{AD8CC58C-7722-4021-8328-7FE6A8D5174C}" destId="{DD9F93C4-0006-49CA-B4B9-4E4BAB8B819A}" srcOrd="15" destOrd="0" presId="urn:microsoft.com/office/officeart/2008/layout/LinedList"/>
    <dgm:cxn modelId="{6BD0C024-64B1-4206-8840-DBD8B22306FB}" type="presParOf" srcId="{DD9F93C4-0006-49CA-B4B9-4E4BAB8B819A}" destId="{3EA1A0EB-6546-4250-B8C9-0B90C1E45C3C}" srcOrd="0" destOrd="0" presId="urn:microsoft.com/office/officeart/2008/layout/LinedList"/>
    <dgm:cxn modelId="{25E61C52-AFA9-47CE-9E6E-2998F183BCC6}" type="presParOf" srcId="{DD9F93C4-0006-49CA-B4B9-4E4BAB8B819A}" destId="{C4965F79-AB22-4BC3-9E0B-4C67D46882C7}" srcOrd="1" destOrd="0" presId="urn:microsoft.com/office/officeart/2008/layout/LinedList"/>
    <dgm:cxn modelId="{0EE09F76-A001-4DAB-83A1-C82DBC7F8DA8}" type="presParOf" srcId="{AD8CC58C-7722-4021-8328-7FE6A8D5174C}" destId="{34E54A6C-5B41-419F-A480-089CC58E15E4}" srcOrd="16" destOrd="0" presId="urn:microsoft.com/office/officeart/2008/layout/LinedList"/>
    <dgm:cxn modelId="{B5A277C1-F553-4E83-93F7-20A024485181}" type="presParOf" srcId="{AD8CC58C-7722-4021-8328-7FE6A8D5174C}" destId="{5D80292C-7180-4FFA-B937-A780EDC4D8C9}" srcOrd="17" destOrd="0" presId="urn:microsoft.com/office/officeart/2008/layout/LinedList"/>
    <dgm:cxn modelId="{FFDC7F50-FFA7-47A5-8AE1-BA2A3894222B}" type="presParOf" srcId="{5D80292C-7180-4FFA-B937-A780EDC4D8C9}" destId="{9C19B560-CE26-410D-BD35-E8FB65A0F1DE}" srcOrd="0" destOrd="0" presId="urn:microsoft.com/office/officeart/2008/layout/LinedList"/>
    <dgm:cxn modelId="{2E525BEC-E4A6-4171-B247-F2AF753952FC}" type="presParOf" srcId="{5D80292C-7180-4FFA-B937-A780EDC4D8C9}" destId="{7D3B0277-03A1-40B8-9B4E-7691C5C610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906491" cy="5530192"/>
        <a:chOff x="0" y="0"/>
        <a:chExt cx="6906491" cy="5530192"/>
      </a:xfrm>
    </dsp:grpSpPr>
    <dsp:sp modelId="{0A60892D-F3F4-4985-A088-BD9C579936D0}">
      <dsp:nvSpPr>
        <dsp:cNvPr id="3" name="Straight Connector 2"/>
        <dsp:cNvSpPr/>
      </dsp:nvSpPr>
      <dsp:spPr bwMode="white">
        <a:xfrm>
          <a:off x="0" y="0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6906491" cy="0"/>
      </dsp:txXfrm>
    </dsp:sp>
    <dsp:sp modelId="{373ECBEB-5AEA-4C24-9E2C-46B1A5747B94}">
      <dsp:nvSpPr>
        <dsp:cNvPr id="4" name="Rectangles 3"/>
        <dsp:cNvSpPr/>
      </dsp:nvSpPr>
      <dsp:spPr bwMode="white">
        <a:xfrm>
          <a:off x="0" y="0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Overview</a:t>
          </a:r>
          <a:endParaRPr>
            <a:solidFill>
              <a:schemeClr val="tx1"/>
            </a:solidFill>
          </a:endParaRPr>
        </a:p>
      </dsp:txBody>
      <dsp:txXfrm>
        <a:off x="0" y="0"/>
        <a:ext cx="6906491" cy="614466"/>
      </dsp:txXfrm>
    </dsp:sp>
    <dsp:sp modelId="{F4503F9A-A7DF-464F-9443-A58371D119D2}">
      <dsp:nvSpPr>
        <dsp:cNvPr id="5" name="Straight Connector 4"/>
        <dsp:cNvSpPr/>
      </dsp:nvSpPr>
      <dsp:spPr bwMode="white">
        <a:xfrm>
          <a:off x="0" y="614466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614466"/>
        <a:ext cx="6906491" cy="0"/>
      </dsp:txXfrm>
    </dsp:sp>
    <dsp:sp modelId="{5E028CB2-E84B-4F31-82BA-2B472A8CBA73}">
      <dsp:nvSpPr>
        <dsp:cNvPr id="6" name="Rectangles 5"/>
        <dsp:cNvSpPr/>
      </dsp:nvSpPr>
      <dsp:spPr bwMode="white">
        <a:xfrm>
          <a:off x="0" y="614466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Revenue Analysis</a:t>
          </a:r>
          <a:endParaRPr>
            <a:solidFill>
              <a:schemeClr val="tx1"/>
            </a:solidFill>
          </a:endParaRPr>
        </a:p>
      </dsp:txBody>
      <dsp:txXfrm>
        <a:off x="0" y="614466"/>
        <a:ext cx="6906491" cy="614466"/>
      </dsp:txXfrm>
    </dsp:sp>
    <dsp:sp modelId="{EFDE4E27-BFD9-424C-9D4D-C20EB66ABEAA}">
      <dsp:nvSpPr>
        <dsp:cNvPr id="7" name="Straight Connector 6"/>
        <dsp:cNvSpPr/>
      </dsp:nvSpPr>
      <dsp:spPr bwMode="white">
        <a:xfrm>
          <a:off x="0" y="1228932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228932"/>
        <a:ext cx="6906491" cy="0"/>
      </dsp:txXfrm>
    </dsp:sp>
    <dsp:sp modelId="{CB8CFFD4-ADC1-4A3F-BE90-9E66D0F6E0A3}">
      <dsp:nvSpPr>
        <dsp:cNvPr id="8" name="Rectangles 7"/>
        <dsp:cNvSpPr/>
      </dsp:nvSpPr>
      <dsp:spPr bwMode="white">
        <a:xfrm>
          <a:off x="0" y="1228932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Sales Volume Analysis</a:t>
          </a:r>
          <a:endParaRPr>
            <a:solidFill>
              <a:schemeClr val="tx1"/>
            </a:solidFill>
          </a:endParaRPr>
        </a:p>
      </dsp:txBody>
      <dsp:txXfrm>
        <a:off x="0" y="1228932"/>
        <a:ext cx="6906491" cy="614466"/>
      </dsp:txXfrm>
    </dsp:sp>
    <dsp:sp modelId="{27CAE80E-079A-4BDE-86FB-8DADEF560369}">
      <dsp:nvSpPr>
        <dsp:cNvPr id="9" name="Straight Connector 8"/>
        <dsp:cNvSpPr/>
      </dsp:nvSpPr>
      <dsp:spPr bwMode="white">
        <a:xfrm>
          <a:off x="0" y="1843397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843397"/>
        <a:ext cx="6906491" cy="0"/>
      </dsp:txXfrm>
    </dsp:sp>
    <dsp:sp modelId="{B016A60D-F41E-460F-94F9-9EDA8CBA4A4F}">
      <dsp:nvSpPr>
        <dsp:cNvPr id="10" name="Rectangles 9"/>
        <dsp:cNvSpPr/>
      </dsp:nvSpPr>
      <dsp:spPr bwMode="white">
        <a:xfrm>
          <a:off x="0" y="1843397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Top Products (Revenue &amp; Quantity)</a:t>
          </a:r>
          <a:endParaRPr>
            <a:solidFill>
              <a:schemeClr val="tx1"/>
            </a:solidFill>
          </a:endParaRPr>
        </a:p>
      </dsp:txBody>
      <dsp:txXfrm>
        <a:off x="0" y="1843397"/>
        <a:ext cx="6906491" cy="614466"/>
      </dsp:txXfrm>
    </dsp:sp>
    <dsp:sp modelId="{4C814090-A53B-4678-B60E-0AD2291915AB}">
      <dsp:nvSpPr>
        <dsp:cNvPr id="11" name="Straight Connector 10"/>
        <dsp:cNvSpPr/>
      </dsp:nvSpPr>
      <dsp:spPr bwMode="white">
        <a:xfrm>
          <a:off x="0" y="2457863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2457863"/>
        <a:ext cx="6906491" cy="0"/>
      </dsp:txXfrm>
    </dsp:sp>
    <dsp:sp modelId="{78273394-9CCB-4DA1-B563-9BAB67C8AA13}">
      <dsp:nvSpPr>
        <dsp:cNvPr id="12" name="Rectangles 11"/>
        <dsp:cNvSpPr/>
      </dsp:nvSpPr>
      <dsp:spPr bwMode="white">
        <a:xfrm>
          <a:off x="0" y="2457863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Lost Sales Analysis</a:t>
          </a:r>
          <a:endParaRPr>
            <a:solidFill>
              <a:schemeClr val="tx1"/>
            </a:solidFill>
          </a:endParaRPr>
        </a:p>
      </dsp:txBody>
      <dsp:txXfrm>
        <a:off x="0" y="2457863"/>
        <a:ext cx="6906491" cy="614466"/>
      </dsp:txXfrm>
    </dsp:sp>
    <dsp:sp modelId="{F6DD9668-6530-469A-98A4-257A8D3FFEA1}">
      <dsp:nvSpPr>
        <dsp:cNvPr id="13" name="Straight Connector 12"/>
        <dsp:cNvSpPr/>
      </dsp:nvSpPr>
      <dsp:spPr bwMode="white">
        <a:xfrm>
          <a:off x="0" y="3072329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3072329"/>
        <a:ext cx="6906491" cy="0"/>
      </dsp:txXfrm>
    </dsp:sp>
    <dsp:sp modelId="{8FBDD9BB-09D6-499E-B73A-8F3C02A79E30}">
      <dsp:nvSpPr>
        <dsp:cNvPr id="14" name="Rectangles 13"/>
        <dsp:cNvSpPr/>
      </dsp:nvSpPr>
      <dsp:spPr bwMode="white">
        <a:xfrm>
          <a:off x="0" y="3072329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Stock Performance</a:t>
          </a:r>
          <a:endParaRPr>
            <a:solidFill>
              <a:schemeClr val="tx1"/>
            </a:solidFill>
          </a:endParaRPr>
        </a:p>
      </dsp:txBody>
      <dsp:txXfrm>
        <a:off x="0" y="3072329"/>
        <a:ext cx="6906491" cy="614466"/>
      </dsp:txXfrm>
    </dsp:sp>
    <dsp:sp modelId="{FB45E3C6-FCE1-482C-8AE8-D48AAA0BC8D4}">
      <dsp:nvSpPr>
        <dsp:cNvPr id="15" name="Straight Connector 14"/>
        <dsp:cNvSpPr/>
      </dsp:nvSpPr>
      <dsp:spPr bwMode="white">
        <a:xfrm>
          <a:off x="0" y="3686795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3686795"/>
        <a:ext cx="6906491" cy="0"/>
      </dsp:txXfrm>
    </dsp:sp>
    <dsp:sp modelId="{985730F8-9B91-4A59-A8BE-E350D659E8E5}">
      <dsp:nvSpPr>
        <dsp:cNvPr id="16" name="Rectangles 15"/>
        <dsp:cNvSpPr/>
      </dsp:nvSpPr>
      <dsp:spPr bwMode="white">
        <a:xfrm>
          <a:off x="0" y="3686795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Assortment Compliance</a:t>
          </a:r>
          <a:endParaRPr>
            <a:solidFill>
              <a:schemeClr val="tx1"/>
            </a:solidFill>
          </a:endParaRPr>
        </a:p>
      </dsp:txBody>
      <dsp:txXfrm>
        <a:off x="0" y="3686795"/>
        <a:ext cx="6906491" cy="614466"/>
      </dsp:txXfrm>
    </dsp:sp>
    <dsp:sp modelId="{40D7F491-338C-4E96-97DF-1E6025119792}">
      <dsp:nvSpPr>
        <dsp:cNvPr id="17" name="Straight Connector 16"/>
        <dsp:cNvSpPr/>
      </dsp:nvSpPr>
      <dsp:spPr bwMode="white">
        <a:xfrm>
          <a:off x="0" y="4301260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4301260"/>
        <a:ext cx="6906491" cy="0"/>
      </dsp:txXfrm>
    </dsp:sp>
    <dsp:sp modelId="{3EA1A0EB-6546-4250-B8C9-0B90C1E45C3C}">
      <dsp:nvSpPr>
        <dsp:cNvPr id="18" name="Rectangles 17"/>
        <dsp:cNvSpPr/>
      </dsp:nvSpPr>
      <dsp:spPr bwMode="white">
        <a:xfrm>
          <a:off x="0" y="4301260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Key Insights</a:t>
          </a:r>
          <a:endParaRPr>
            <a:solidFill>
              <a:schemeClr val="tx1"/>
            </a:solidFill>
          </a:endParaRPr>
        </a:p>
      </dsp:txBody>
      <dsp:txXfrm>
        <a:off x="0" y="4301260"/>
        <a:ext cx="6906491" cy="614466"/>
      </dsp:txXfrm>
    </dsp:sp>
    <dsp:sp modelId="{34E54A6C-5B41-419F-A480-089CC58E15E4}">
      <dsp:nvSpPr>
        <dsp:cNvPr id="19" name="Straight Connector 18"/>
        <dsp:cNvSpPr/>
      </dsp:nvSpPr>
      <dsp:spPr bwMode="white">
        <a:xfrm>
          <a:off x="0" y="4915726"/>
          <a:ext cx="6906491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4915726"/>
        <a:ext cx="6906491" cy="0"/>
      </dsp:txXfrm>
    </dsp:sp>
    <dsp:sp modelId="{9C19B560-CE26-410D-BD35-E8FB65A0F1DE}">
      <dsp:nvSpPr>
        <dsp:cNvPr id="20" name="Rectangles 19"/>
        <dsp:cNvSpPr/>
      </dsp:nvSpPr>
      <dsp:spPr bwMode="white">
        <a:xfrm>
          <a:off x="0" y="4915726"/>
          <a:ext cx="6906491" cy="6144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9060" tIns="99060" rIns="99060" bIns="99060" anchor="t"/>
        <a:lstStyle>
          <a:lvl1pPr algn="l">
            <a:defRPr sz="2600"/>
          </a:lvl1pPr>
          <a:lvl2pPr marL="228600" indent="-228600" algn="l">
            <a:defRPr sz="2000"/>
          </a:lvl2pPr>
          <a:lvl3pPr marL="457200" indent="-228600" algn="l">
            <a:defRPr sz="2000"/>
          </a:lvl3pPr>
          <a:lvl4pPr marL="685800" indent="-228600" algn="l">
            <a:defRPr sz="2000"/>
          </a:lvl4pPr>
          <a:lvl5pPr marL="914400" indent="-228600" algn="l">
            <a:defRPr sz="2000"/>
          </a:lvl5pPr>
          <a:lvl6pPr marL="1143000" indent="-228600" algn="l">
            <a:defRPr sz="2000"/>
          </a:lvl6pPr>
          <a:lvl7pPr marL="1371600" indent="-228600" algn="l">
            <a:defRPr sz="2000"/>
          </a:lvl7pPr>
          <a:lvl8pPr marL="1600200" indent="-228600" algn="l">
            <a:defRPr sz="2000"/>
          </a:lvl8pPr>
          <a:lvl9pPr marL="1828800" indent="-228600" algn="l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Recommendations</a:t>
          </a:r>
          <a:endParaRPr>
            <a:solidFill>
              <a:schemeClr val="tx1"/>
            </a:solidFill>
          </a:endParaRPr>
        </a:p>
      </dsp:txBody>
      <dsp:txXfrm>
        <a:off x="0" y="4915726"/>
        <a:ext cx="6906491" cy="614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A4510-2CE5-428D-9BA4-87B113A4D2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BE4ED-87AD-4B80-8F1B-F8BFD3AAE3F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049" y="1541567"/>
            <a:ext cx="11285034" cy="23876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1198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</a:t>
            </a:r>
            <a:r>
              <a:rPr lang="en-US" sz="6700" b="1" dirty="0">
                <a:solidFill>
                  <a:srgbClr val="1C44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6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Urology Retail Performance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7102" y="5688361"/>
            <a:ext cx="3917795" cy="9699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Bui Diep Thanh Vy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20/11/2025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>
            <a:stCxn id="2" idx="1"/>
            <a:endCxn id="2" idx="3"/>
          </p:cNvCxnSpPr>
          <p:nvPr/>
        </p:nvCxnSpPr>
        <p:spPr>
          <a:xfrm>
            <a:off x="446049" y="2735367"/>
            <a:ext cx="11285034" cy="0"/>
          </a:xfrm>
          <a:prstGeom prst="line">
            <a:avLst/>
          </a:prstGeom>
          <a:ln>
            <a:solidFill>
              <a:srgbClr val="1C44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Isosceles Tri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-2"/>
            <a:ext cx="2835357" cy="6858001"/>
          </a:xfrm>
          <a:prstGeom prst="rect">
            <a:avLst/>
          </a:prstGeom>
          <a:solidFill>
            <a:srgbClr val="1C4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  <a:endParaRPr lang="en-US" sz="4400" b="1" kern="1200" dirty="0">
              <a:solidFill>
                <a:srgbClr val="FFFF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5" name="Content Placeholder 2"/>
          <p:cNvGraphicFramePr>
            <a:graphicFrameLocks noGrp="1"/>
          </p:cNvGraphicFramePr>
          <p:nvPr>
            <p:ph idx="1"/>
          </p:nvPr>
        </p:nvGraphicFramePr>
        <p:xfrm>
          <a:off x="3593337" y="815049"/>
          <a:ext cx="6906491" cy="5530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01444" y="1294202"/>
            <a:ext cx="10917044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 Urology SKUs included in the dataset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899 stores nationwide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 manufacturers supplying these SKUs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1.02B VND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sold: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241K pcs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on-hand inventory: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387Kpcs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lost orders: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163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Lost sales value: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7.4M VND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7052" y="2018370"/>
            <a:ext cx="3610406" cy="3367008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Overview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8489382" y="1055372"/>
            <a:ext cx="0" cy="5743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6" y="1904921"/>
            <a:ext cx="8264232" cy="3715294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689855" y="1471713"/>
            <a:ext cx="3502145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 Chi Minh City contributes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nearly 50% of total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(472.3M VN)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60% of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supplied by two key manufacturers: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Sanofi GEM ETC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GlaxoSmithKline ETC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DNPMC466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highest-revenue store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Volume Overview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7251597" y="1006997"/>
            <a:ext cx="0" cy="5743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13" y="2188124"/>
            <a:ext cx="7016902" cy="3119857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471318" y="2295076"/>
            <a:ext cx="4586865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HCMC accounts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~45% of total quantity sold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nationwide (110K pcs)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50% of total volume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supplied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Domesco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SGPMC563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records the highest sales volume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Products (Revenue &amp; Quantity)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8307660" y="1114241"/>
            <a:ext cx="0" cy="5743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81" y="1706136"/>
            <a:ext cx="8000094" cy="19068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blue and white rectangle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81" y="3977598"/>
            <a:ext cx="7958332" cy="1843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445708" y="1604131"/>
            <a:ext cx="3535011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Although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Xatral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sells only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1/5 the quantity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Miclacol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Blue, it generates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nearly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3×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Miclacol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Blue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Similarly,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Avodart Cap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ranks 4th in sales quantity but contributes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second-highest revenue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 lvl="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Sales Analysis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8140391" y="1114241"/>
            <a:ext cx="0" cy="5743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397" y="1393553"/>
            <a:ext cx="7534521" cy="4962641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 rot="10800000" flipV="1">
            <a:off x="8140391" y="1085777"/>
            <a:ext cx="380256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lost sales rate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low at 0.71%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HCMC requires close monitoring due to its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lost sales rate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causes identified: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Supply issues: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insufficient stock to meet demand (67 cases)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Assortment issues: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item not in the assortment list (16 cases)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cases: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53 situations where the store still lost orders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despite having enough stock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requiring further investigation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Assortment Compliance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8307660" y="1114241"/>
            <a:ext cx="0" cy="5743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09" y="2092823"/>
            <a:ext cx="7947436" cy="3703289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307660" y="1520627"/>
            <a:ext cx="3792073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94% of stores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100% assortment compliance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to monitor: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stock items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(SKU is in assortment list but store has 0 stock)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Non-assortment SKUs with sales history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(potential operational or system errors)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 lvl="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02714" y="1385969"/>
            <a:ext cx="1162945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HCMC is the most critical market, contributing nearly half of both revenue and sales volume, but also showing high lost-sales risk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concentration is high: a few manufacturers (Sanofi &amp; GSK) and a few SKUs drive the majority of performance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on-hand stock (387K pcs) but 28% stores still face slow-moving inventory, indicating imbalance in stock allocation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Assortment compliance is strong overall, but some exceptions still lead to lost sales and inconsistent store execution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high-value SKUs (e.g.,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Xatral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XL, Avodart Cap) show high revenue despite relatively low volume, indicating premium and high-margin opportunities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 lvl="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79142" y="1192499"/>
            <a:ext cx="10604810" cy="557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1. Strengthen supply planning for HCMC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replenishment and safety stock for high-velocity SKUs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lost sales in the most revenue-critical region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Optimize stock allocation across stores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periodic store-to-store relocation for slow-moving vs. high-demand stores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up minimum stock thresholds for top SKUs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assortment governance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SKUs sold outside assortment → possible training/system gaps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assortment SKUs maintain minimum stock to avoid missed sales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" y="0"/>
            <a:ext cx="12188952" cy="1006997"/>
          </a:xfrm>
          <a:prstGeom prst="rect">
            <a:avLst/>
          </a:prstGeom>
          <a:solidFill>
            <a:srgbClr val="1C44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285750" lvl="0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75785" y="1349401"/>
            <a:ext cx="11240429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Focus on high-value SKUs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Prioritize forecasting and shelf availability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Xatral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XL, Avodart Cap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SKUs offer high revenue leverage even at low unit volume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Investigate unexplained lost orders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53 cases where stock was available, but order was lost → requires root-cause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Potential issues: system delay, cashier error, shelf display, stock accuracy mismatch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Isosceles Tri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79523" y="625698"/>
            <a:ext cx="6479448" cy="5140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rgbClr val="1C449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Thanks for your attention</a:t>
            </a:r>
            <a:endParaRPr lang="en-US" sz="4400" b="1" kern="1200" dirty="0">
              <a:solidFill>
                <a:srgbClr val="1C449C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3190</Words>
  <Application>WPS Presentation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Pharmacity    Category Urology Retail Performance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2173401010431 - Bùi Quan Vũ - 71K27QTKD09</dc:creator>
  <cp:lastModifiedBy>Vy Bui</cp:lastModifiedBy>
  <cp:revision>17</cp:revision>
  <dcterms:created xsi:type="dcterms:W3CDTF">2025-10-16T10:02:00Z</dcterms:created>
  <dcterms:modified xsi:type="dcterms:W3CDTF">2026-03-13T04:53:31Z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C6B6FF9AB46D4150AF4AE6ED901CC2D8_12</vt:lpwstr>
  </property>
  <property fmtid="{D5CDD505-2E9C-101B-9397-08002B2CF9AE}" pid="3" name="KSOProductBuildVer">
    <vt:lpwstr>1033-12.2.0.23196</vt:lpwstr>
  </property>
</Properties>
</file>